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" cy="1417320"/>
          </a:xfrm>
          <a:prstGeom prst="rect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0972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FE7E0"/>
                </a:solidFill>
              </a:rPr>
              <a:t>Nexus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5A3C"/>
                </a:solidFill>
              </a:rPr>
              <a:t>The ad decision engine for D2C brands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4AD"/>
                </a:solidFill>
              </a:rPr>
              <a:t>Find the leaks. Fuel the winners.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FE7E0"/>
                </a:solidFill>
              </a:rPr>
              <a:t>Team TechieMechie  |  DataQuest 3.0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Ad numbers live in too many places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FE7E0"/>
                </a:solidFill>
              </a:rPr>
              <a:t>Every platform shows its own numbers, so a small brand cannot easily tell if an ad makes money or only makes sales. Nexus brings ads, sales and stock into one view and says what to do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3969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12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Ad fatigue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People have seen the same ad too many times and fewer of them click. Nexus warns early so the ad can be refreshed before money is wasted.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13969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212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Ads on low stock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560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Ads keep running on a product that is almost sold out. Nexus shows days of stock left and limits those ads.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139696"/>
            <a:ext cx="365760" cy="36576"/>
          </a:xfrm>
          <a:prstGeom prst="rect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2212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Sales without profit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560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An ad can bring orders and still lose money after product cost and ad spend. Nexus shows profit for every ₹1 spent.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One dashboard, ten 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Sales, profit, stock and ads on one page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30552" y="118872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31673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7712" y="13898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Problems to Watch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173736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Tired ads and low-stock warnings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03904" y="118872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41064" y="131673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41064" y="13898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Profit Check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41064" y="173736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Profit per ₹1 and a budget what-if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77256" y="118872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14416" y="131673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4416" y="13898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Platform Analysis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14416" y="173736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Compare every platform side by side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50608" y="118872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7768" y="131673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87768" y="13898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Products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87768" y="173736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Price, cost, margin and profit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00837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0815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Inventory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429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Stock left, reorder advice, add stock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30552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67712" y="300837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67712" y="30815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Ads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267712" y="3429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Run, post and track every ad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03904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41064" y="300837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41064" y="30815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Things To Do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941064" y="3429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AI suggestions to approve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77256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14416" y="300837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14416" y="30815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Connected Platforms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614416" y="3429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Link store and ad accounts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150608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87768" y="300837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87768" y="308152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Time Log and Monthly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287768" y="3429000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Month-wise history and alerts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Grouped as Insights, Manage and Workspace in the side menu.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Managing ads across 7 platforms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Instagram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Facebook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YouTube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Google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Amazon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Flipkart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14300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12181D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E7E0"/>
                </a:solidFill>
              </a:rPr>
              <a:t>TikTok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195681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Run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3774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Start an ad for a product on any platform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Pause, resume or stop with one click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Change the daily budget any 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182880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195681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Track it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3774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Views, clicks, orders and spend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Profit after ads for each ad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Customer rating and recent reviews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182880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95681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029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Compare it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23774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All products at a glance in one table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Click a row to manage that product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Ads losing money are flagged in red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Creating and posting an 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Pick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848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Choose the product and the platforms to post 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118872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1325880"/>
            <a:ext cx="384048" cy="384048"/>
          </a:xfrm>
          <a:prstGeom prst="ellipse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768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Format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0848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Image, video or reel, based on what each platform accepts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22192" y="118872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9352" y="1325880"/>
            <a:ext cx="384048" cy="384048"/>
          </a:xfrm>
          <a:prstGeom prst="ellipse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59352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Create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59352" y="20848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Write the headline, text and button, then upload the media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04688" y="118872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1848" y="1325880"/>
            <a:ext cx="384048" cy="384048"/>
          </a:xfrm>
          <a:prstGeom prst="ellipse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41848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41848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Budget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20848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Set the daily budget and how many days it runs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87184" y="118872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4344" y="1325880"/>
            <a:ext cx="384048" cy="384048"/>
          </a:xfrm>
          <a:prstGeom prst="ellipse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2434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24344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Post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24344" y="208483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Go live on every chosen platform at once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32841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40156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Built-in rules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7490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Each platform accepts only some formats (Flipkart: image only, TikTok: video or reel)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A new ad takes over that product's slot, and ads can end on their own after the chosen days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Pictures and videos are stored securely, up to 50 MB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Profit Check: is every ₹1 of ads paying off?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2181D"/>
          </a:solidFill>
          <a:ln w="19050">
            <a:solidFill>
              <a:srgbClr val="E023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98448"/>
            <a:ext cx="24688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31C"/>
                </a:solidFill>
              </a:rPr>
              <a:t>Below 1.00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6707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Loses money. Reduce or stop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2181D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298448"/>
            <a:ext cx="24688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84B"/>
                </a:solidFill>
              </a:rPr>
              <a:t>1.00 to 1.30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76707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Healthy. Keep as 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2181D"/>
          </a:solidFill>
          <a:ln w="19050">
            <a:solidFill>
              <a:srgbClr val="3FB6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298448"/>
            <a:ext cx="24688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68B"/>
                </a:solidFill>
              </a:rPr>
              <a:t>Above 1.30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76707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Winning. Spend more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9689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Live from the database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0175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Every ad's spend, sales and profit after ads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Updates as new orders arrive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Sorted best to worst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59689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What if I change a budget?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0175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Drag a slider to see orders and profit per day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Shows the best budget on the curve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Warns if stock would run out sooner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Apply the budget in one click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How AI is connected to your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E7E0"/>
                </a:solidFill>
              </a:rPr>
              <a:t>Live data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Products, ads, stock and orders in Supabase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5448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71700" y="1188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31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E7E0"/>
                </a:solidFill>
              </a:rPr>
              <a:t>Data summary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63140" y="16459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A small summary of the live numbers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155448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86200" y="1188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2181D"/>
          </a:solidFill>
          <a:ln w="25400">
            <a:solidFill>
              <a:srgbClr val="FF5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E7E0"/>
                </a:solidFill>
              </a:rPr>
              <a:t>AI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6459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Groq or Gemini through the OpenAI SDK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55448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00700" y="1188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921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E7E0"/>
                </a:solidFill>
              </a:rPr>
              <a:t>Insights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92140" y="16459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One request makes every insight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72300" y="155448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0" y="1188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E7E0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16459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AD"/>
                </a:solidFill>
              </a:rPr>
              <a:t>Every page and tab reuses them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96265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035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Few requests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383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One call creates the tip, suggestions, forecast, alerts, timeline and diagnosis. Refresh AI runs it again on demand.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28346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96265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3035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Saved and shared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383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The result is stored in the database and reused by every page, browser tab and restart.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28346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96265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3035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Never blank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383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If the AI is unavailable, insights are worked out from the live numbers instead.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What the AI does with 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7101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44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Suggestions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Things To Do list with a confidence score. Approve one and Nexus applies it, then measures the result.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27101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344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Forecast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691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Next 14 days: profit per ₹1, sales growth, stock-out risk and reorder advice.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271016"/>
            <a:ext cx="365760" cy="36576"/>
          </a:xfrm>
          <a:prstGeom prst="rect">
            <a:avLst/>
          </a:prstGeom>
          <a:solidFill>
            <a:srgbClr val="E0231C"/>
          </a:solidFill>
          <a:ln w="12700">
            <a:solidFill>
              <a:srgbClr val="E023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44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Alerts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Critical, warning and success alerts, such as a low-stock product or a tired 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0837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Timeline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A plain-English log of what the system checked and changed recently.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00837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Chat assistant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Ask about products, profit, stock, ads or platforms and get answers from your own numbers.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00837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Review analyser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429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Finds topics customers mention and gives tips to improve ad creatives.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Live data, connections and reports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Real-time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New orders appear instantly over WebSockets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Stock and days left update as sales come in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Dashboard refreshes ad numbers automatically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31673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Connected platforms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373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Link ad and store accounts in Connected Platforms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Demo mode uses simulated orders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Credentials are stored encrypted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1673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Exports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One-page PDF report for the brand owner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CSV files: products, ads, orders and decisions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AAB4AD"/>
                </a:solidFill>
              </a:rPr>
              <a:t>Report shows profit before and after ads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4008" cy="457200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E7E0"/>
                </a:solidFill>
              </a:rPr>
              <a:t>Why Nexus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365760" cy="36576"/>
          </a:xfrm>
          <a:prstGeom prst="rect">
            <a:avLst/>
          </a:prstGeom>
          <a:solidFill>
            <a:srgbClr val="3FB68B"/>
          </a:solidFill>
          <a:ln w="12700">
            <a:solidFill>
              <a:srgbClr val="3FB6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See real profit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Not just sales: profit after product cost and ad spend, per ad and per platform.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316736"/>
            <a:ext cx="365760" cy="36576"/>
          </a:xfrm>
          <a:prstGeom prst="rect">
            <a:avLst/>
          </a:prstGeom>
          <a:solidFill>
            <a:srgbClr val="FF5A3C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Act with 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Plain-English suggestions with a confidence score. You approve, Nexus applies.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2181D"/>
          </a:solidFill>
          <a:ln w="12700">
            <a:solidFill>
              <a:srgbClr val="1E26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16736"/>
            <a:ext cx="365760" cy="36576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E7E0"/>
                </a:solidFill>
              </a:rPr>
              <a:t>Protect stock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4AD"/>
                </a:solidFill>
              </a:rPr>
              <a:t>Ads follow stock levels, so you never pay to sell what you do not have.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E7E0"/>
                </a:solidFill>
              </a:rPr>
              <a:t>Live demo: techiemechiebetadq.up.railway.app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AB4AD"/>
                </a:solidFill>
              </a:rPr>
              <a:t>Next step: connect real platform accounts. Orders and ad numbers in this prototype are simulated until then.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A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Nexus: key features</dc:title>
  <dc:subject>PptxGenJS Presentation</dc:subject>
  <dc:creator>Team TechieMechie</dc:creator>
  <cp:lastModifiedBy>Team TechieMechie</cp:lastModifiedBy>
  <cp:revision>1</cp:revision>
  <dcterms:created xsi:type="dcterms:W3CDTF">2026-10-08T05:53:10Z</dcterms:created>
  <dcterms:modified xsi:type="dcterms:W3CDTF">2026-10-08T05:53:10Z</dcterms:modified>
</cp:coreProperties>
</file>